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贤文 凌" initials="贤凌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856736"/>
            <a:chOff x="1123950" y="2686050"/>
            <a:chExt cx="1543050" cy="154305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94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问题</a:t>
              </a: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8500" y="1136650"/>
            <a:ext cx="11351895" cy="5666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noProof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小母牛问题：有一头小母牛，从第</a:t>
            </a:r>
            <a:r>
              <a:rPr lang="en-US" altLang="zh-CN" sz="2400" noProof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4</a:t>
            </a:r>
            <a:r>
              <a:rPr lang="zh-CN" altLang="en-US" sz="2400" noProof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年开始每年生一头小母牛，请问第</a:t>
            </a:r>
            <a:r>
              <a:rPr lang="en-US" altLang="zh-CN" sz="2400" noProof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n</a:t>
            </a:r>
            <a:r>
              <a:rPr lang="zh-CN" altLang="en-US" sz="2400" noProof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年共有多少母牛？</a:t>
            </a:r>
          </a:p>
          <a:p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非递归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int cow(int n)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{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int i,n1=1,n2=1,n3=1,num=1;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if(n&lt;4)return 1; 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for(i=4;i&lt;=n;i++)   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{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	num=n3+n1;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	n1=n2;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	n2=n3;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	n3=num;	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}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return num;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}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7545" y="1993900"/>
            <a:ext cx="6108065" cy="141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/>
              <a:t>递归</a:t>
            </a:r>
            <a:r>
              <a:rPr lang="en-US" altLang="zh-CN"/>
              <a:t>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  <a:latin typeface="Times New Roman" panose="02020603050405020304" charset="0"/>
                <a:sym typeface="+mn-ea"/>
              </a:rPr>
              <a:t>int cow(int n)</a:t>
            </a:r>
            <a:endParaRPr lang="en-US" altLang="zh-CN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  <a:latin typeface="Times New Roman" panose="02020603050405020304" charset="0"/>
                <a:sym typeface="+mn-ea"/>
              </a:rPr>
              <a:t>{</a:t>
            </a:r>
            <a:endParaRPr lang="en-US" altLang="zh-CN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  <a:latin typeface="Times New Roman" panose="02020603050405020304" charset="0"/>
                <a:sym typeface="+mn-ea"/>
              </a:rPr>
              <a:t>	if(n&lt;=3) return 1;</a:t>
            </a:r>
            <a:endParaRPr lang="en-US" altLang="zh-CN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  <a:latin typeface="Times New Roman" panose="02020603050405020304" charset="0"/>
                <a:sym typeface="+mn-ea"/>
              </a:rPr>
              <a:t>	else return (cow(n-1)+cow(n-3));  </a:t>
            </a:r>
            <a:endParaRPr lang="en-US" altLang="zh-CN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  <a:latin typeface="Times New Roman" panose="02020603050405020304" charset="0"/>
                <a:sym typeface="+mn-ea"/>
              </a:rPr>
              <a:t>}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856736"/>
            <a:chOff x="1123950" y="2686050"/>
            <a:chExt cx="1543050" cy="154305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94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非递归</a:t>
              </a: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219" y="889471"/>
            <a:ext cx="6582654" cy="3249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int cow(int n) {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int i, n1 = 1, n2 = 1, n3 = 1, num = 1; // 定义变量 i 和四个整数变量 n1, n2, n3 和 num，并初始化为 1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endParaRPr lang="en-US" altLang="zh-CN" sz="1400" b="1" dirty="0">
              <a:effectLst/>
              <a:latin typeface="Times New Roman" panose="02020603050405020304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if(n &lt; 4) return 1; // 若输入的年份 n 小于 4，直接返回 1，因为前3年只有1头母牛，不会生新母牛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endParaRPr lang="en-US" altLang="zh-CN" sz="1400" b="1" dirty="0">
              <a:effectLst/>
              <a:latin typeface="Times New Roman" panose="02020603050405020304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// 从第4年开始循环，计算每年母牛的数量，直到第 n 年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for(i = 4; i &lt;= n; i++) {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    num = n3 + n1; // 当前年的母牛数量为三年前母牛数量 n1 加上上一年母牛数量 n3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    n1 = n2;       // 更新三年前的母牛数量为上上年母牛数量 n2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    n2 = n3;       // 更新上上年的母牛数量为上一年母牛数量 n3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    n3 = num;      // 更新上一年的母牛数量为当前计算出的母牛数量 num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}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endParaRPr lang="en-US" altLang="zh-CN" sz="1400" b="1" dirty="0">
              <a:effectLst/>
              <a:latin typeface="Times New Roman" panose="02020603050405020304" charset="0"/>
              <a:sym typeface="+mn-ea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    return num; // 返回第 n 年的母牛总数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1400" b="1" dirty="0">
                <a:effectLst/>
                <a:latin typeface="Times New Roman" panose="02020603050405020304" charset="0"/>
                <a:sym typeface="+mn-ea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AB347D-2EB9-DADF-8EC7-E53E6885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501" y="3429000"/>
            <a:ext cx="8322318" cy="2409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856736"/>
            <a:chOff x="1123950" y="2686050"/>
            <a:chExt cx="1543050" cy="154305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94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递归</a:t>
              </a: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9880" y="1066165"/>
            <a:ext cx="11122025" cy="5411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eaLnBrk="1" hangingPunct="1">
              <a:lnSpc>
                <a:spcPct val="80000"/>
              </a:lnSpc>
              <a:buNone/>
            </a:pPr>
            <a:endParaRPr lang="zh-CN" altLang="en-US" sz="2400" b="1" dirty="0">
              <a:effectLst/>
              <a:latin typeface="Times New Roman" panose="02020603050405020304" charset="0"/>
              <a:sym typeface="+mn-ea"/>
            </a:endParaRPr>
          </a:p>
          <a:p>
            <a:pPr indent="457200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effectLst/>
                <a:latin typeface="Times New Roman" panose="02020603050405020304" charset="0"/>
                <a:sym typeface="+mn-ea"/>
              </a:rPr>
              <a:t>首先</a:t>
            </a: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这是动态规划问题，递归函数假设f(n)表示第n年有母牛的数量，我们可以根据题目描述设定递推关系：对于第4年及之后的年份，根据小母牛的繁殖规则，每一年的母牛数量等于上一年母牛数量加上三年前的母牛数量。</a:t>
            </a:r>
          </a:p>
          <a:p>
            <a:pPr indent="457200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因此，我们用递归调用 cow(n - 1) 来计算上一年的母牛数量，用 cow(n - 3) 来计算三年前的母牛数量，两者相加得到第 n 年的母牛总数。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b="1" dirty="0">
              <a:effectLst/>
              <a:latin typeface="Times New Roman" panose="02020603050405020304" charset="0"/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int cow(int n)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{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if(n&lt;=3) return 1;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	else return (cow(n-1)+cow(n-3));  </a:t>
            </a:r>
            <a:endParaRPr lang="en-US" altLang="zh-CN" sz="2400" b="1" dirty="0">
              <a:effectLst/>
              <a:latin typeface="Times New Roman" panose="02020603050405020304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effectLst/>
                <a:latin typeface="Times New Roman" panose="02020603050405020304" charset="0"/>
                <a:sym typeface="+mn-ea"/>
              </a:rPr>
              <a:t>} 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395" y="4752975"/>
            <a:ext cx="9315450" cy="581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RmZjBhY2JjOGI3MWFmNDlmNDU2YTRmYTEyNDQ2O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365</Words>
  <Application>Microsoft Office PowerPoint</Application>
  <PresentationFormat>宽屏</PresentationFormat>
  <Paragraphs>51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微软雅黑</vt:lpstr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 JI</cp:lastModifiedBy>
  <cp:revision>15</cp:revision>
  <dcterms:created xsi:type="dcterms:W3CDTF">2023-08-09T12:44:00Z</dcterms:created>
  <dcterms:modified xsi:type="dcterms:W3CDTF">2024-10-28T01:35:29Z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